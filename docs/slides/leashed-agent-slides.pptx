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exp.thaifi.com/tx/0xf6e953e17647cf5559455337552b82f93208d57cde8fa2d57ba9a80860f3b65e" TargetMode="External"/><Relationship Id="rId2" Type="http://schemas.openxmlformats.org/officeDocument/2006/relationships/hyperlink" Target="https://preprod.cardanoscan.io/transaction/5e796a4cce249e021ad694283bec298eae0add25cbb31a106b6cca1379efbdc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9728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200" kern="0" dirty="0">
                <a:solidFill>
                  <a:srgbClr val="F4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LEASHED AGENT PLATFORM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02920" y="20574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 LAYER FOR AI AGENTS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24231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E6E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leash, every payment, independently checked.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32918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0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chain-enforced spending cap. A receipts ledger. A CRE auditor that attests the verdict on Sepolia. A fiat on-ramp via PromptPay.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4526280"/>
            <a:ext cx="5943600" cy="0"/>
          </a:xfrm>
          <a:prstGeom prst="line">
            <a:avLst/>
          </a:prstGeom>
          <a:noFill/>
          <a:ln w="19050">
            <a:solidFill>
              <a:srgbClr val="00C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6634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TOKEN2049 Origins Hackathon · 6–8 Oct 2026 · Marina Bay Sands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Leashed — main track + Cardano · Chainlink CRE · NOWNodes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 rot="-240000">
            <a:off x="8321040" y="1371600"/>
            <a:ext cx="338328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E548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PAYMENT ON-CHAIN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6126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A0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poster on slide 5 was bought by the agent · every line of code written during the 36h sprint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POSITIONING · TRUST LAYER FOR AI AGENTS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55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agents already spend money.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is holding the leash.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enforced budgets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023360" y="2212848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x402 agents pay per call with whatever the key holds — spending caps live in app code, not the chain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3063240"/>
            <a:ext cx="1118311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546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receipts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023360" y="3172968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once the API call returns, the payment evidence is scattered across explorers, if it exists at all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4023360"/>
            <a:ext cx="1118311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11480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independent audit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23360" y="4133088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agent's operator grades its own homework — there is no third party vouching for the books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983480"/>
            <a:ext cx="1118311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50749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fiat on-ramp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023360" y="5093208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Thai shop owner cannot top up an agent from a bank app today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 rot="-240000">
            <a:off x="8869680" y="6108192"/>
            <a:ext cx="283464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E548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TRUST LAYER IS MISSING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x402 Foundation stats — 75.4M txs but only $24.2M volume in 30 days (Aug 2026): micropayments dominate, oversight does not exist.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· THE FOUR PIECES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Leash · Receipts · Audit · Funding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Leashed Agent Platform is the trust layer that holds an AI agent to four chain-enforced promises: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70048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C2A8"/>
            </a:solidFill>
            <a:prstDash val="solid"/>
          </a:ln>
          <a:effectLst>
            <a:outerShdw sx="100000" sy="100000" kx="0" ky="0" algn="bl" rotWithShape="0" blurRad="127000" dist="25400" dir="2700000">
              <a:srgbClr val="0B1A2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926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520440"/>
            <a:ext cx="22860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65760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Spending cap set by the human and enforced by the ThaiFi chain itself (AccountKeychain, TIP-1011). Revocation is instant and on-chain.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5848" y="2743200"/>
            <a:ext cx="2670048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2700000">
              <a:srgbClr val="0B1A2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38728" y="2926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RECEIPTS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538728" y="3520440"/>
            <a:ext cx="22860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365760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payment on every rail becomes one ledger entry — amount, purpose, explorer link — readable like a bank passbook.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08776" y="2743200"/>
            <a:ext cx="2670048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C2A8"/>
            </a:solidFill>
            <a:prstDash val="solid"/>
          </a:ln>
          <a:effectLst>
            <a:outerShdw sx="100000" sy="100000" kx="0" ky="0" algn="bl" rotWithShape="0" blurRad="127000" dist="25400" dir="2700000">
              <a:srgbClr val="0B1A2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91656" y="2926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91656" y="3520440"/>
            <a:ext cx="22860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1656" y="365760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Chainlink CRE workflow re-checks the whole ledger and attests the verdict on-chain. Neither the agent nor we can forge it.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61704" y="2743200"/>
            <a:ext cx="2670048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2700000">
              <a:srgbClr val="0B1A2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44584" y="2926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FUNDING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244584" y="3520440"/>
            <a:ext cx="22860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4584" y="365760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 runs low → the agent shows a PromptPay QR → 1 THB = 1 THCFI, straight from any Thai banking app.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 rot="-240000">
            <a:off x="8686800" y="6035040"/>
            <a:ext cx="301752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E548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ALREADY WORKS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agent, two payment rails, one independent auditor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645920"/>
            <a:ext cx="301752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1755648"/>
            <a:ext cx="279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 OWNER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12648" y="2148840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passkey wallet · sets the cap · one-click revoke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301752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4315968"/>
            <a:ext cx="279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LEASHED AGENT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12648" y="4709160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plans the job · pays per call · budgets itself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38328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8A5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7408" y="175564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 1 · THAIFI MPP (chain 17)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07408" y="214884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Qwen3.8 copy 0.2 THCFI · iApp poster 1.5 THCFI · PromptPay top-up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4206240"/>
            <a:ext cx="338328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2456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07408" y="431596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5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 2 · CARDANO x402 (preprod)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407408" y="470916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own seller: receipt verification 0.10 tUSDM — payments are core, not a bolt-on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503920" y="2926080"/>
            <a:ext cx="320040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1FA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13648" y="3035808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A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CHAINLINK CRE AUDITOR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613648" y="3429000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 → fetch receipts → risk checks → on-chain attestation (Sepolia)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503920" y="4937760"/>
            <a:ext cx="3200400" cy="1097280"/>
          </a:xfrm>
          <a:prstGeom prst="rect">
            <a:avLst/>
          </a:prstGeom>
          <a:solidFill>
            <a:srgbClr val="FAF6EC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13648" y="5047488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NOWNodes RPC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613648" y="5440680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multichain data plane for receipt verification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20440" y="2331720"/>
            <a:ext cx="731520" cy="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251960" y="4892040"/>
            <a:ext cx="-731520" cy="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726680" y="2331720"/>
            <a:ext cx="731520" cy="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726680" y="4892040"/>
            <a:ext cx="731520" cy="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503920" y="3611880"/>
            <a:ext cx="-1188720" cy="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0292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 arrows = real, explorer-linked calls made during the sprint.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 · TRUST LAYER IN ACTION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trust-layer promise was kept, on-chain, during the sprint.</a:t>
            </a:r>
            <a:endParaRPr lang="en-US" sz="3000" dirty="0"/>
          </a:p>
        </p:txBody>
      </p:sp>
      <p:pic>
        <p:nvPicPr>
          <p:cNvPr id="4" name="Image 0" descr="pass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37360"/>
            <a:ext cx="6949440" cy="4206240"/>
          </a:xfrm>
          <a:prstGeom prst="rect">
            <a:avLst/>
          </a:prstGeom>
        </p:spPr>
      </p:pic>
      <p:pic>
        <p:nvPicPr>
          <p:cNvPr id="5" name="Image 1" descr="po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37360"/>
            <a:ext cx="3931920" cy="3931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98932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Leash · 4,998.5 / 5,000 THCFI (on-chain cap, decremented by the chain itself)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Receipts · 2 on-chain payments, explorer-linked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· CRE verdict ✔ PASS, attested on Sepolia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Funding · 1 THB → 1 THCFI via PromptPay QR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 rot="-240000">
            <a:off x="9418320" y="365760"/>
            <a:ext cx="237744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E548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RECORDED IN-SPRINT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 · THE LEASH HELD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trust-layer evidence chain judges can click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2103120"/>
                <a:gridCol w="3383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Promise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Rail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Amount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Proof (live links)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Receipts · agent buys Thai poster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ThaiFi MPP · chain 17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1.5 THCFI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u="sng" dirty="0">
                          <a:solidFill>
                            <a:srgbClr val="2456A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exp.thaifi.com/tx/0xf6e9…3b65e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Receipts · agent pays OUR x402 seller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x402 · Cardano preprod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0.10 tUSDM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u="sng" dirty="0">
                          <a:solidFill>
                            <a:srgbClr val="2456A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cardanoscan.io/tx/5e796a4c…bdc0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Audit · CRE verdict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Chainlink CRE → Sepolia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PASS ✔ 2 receipts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A9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docs/cre-auditor-evidence.txt (simulate log)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Leash · on-chain enforcement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AccountKeychain · TIP-1011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4,998.5 / 5,000 THCFI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limit decremented by the chain itself — incl. gas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Ledger + policy engine: 10 unit tests · seller: live at :4020 · audit re-runnable: pnpm probe / scripts/demo.sh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 rot="-240000">
            <a:off x="9966960" y="457200"/>
            <a:ext cx="173736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E548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MOCKS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 MAP · ONE TRUST LAYER, FOUR TRACKS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track serves the trust layer — integrations are core, not bolt-ons.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406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94767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· $100K AWS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04088" y="24231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product: two-rail agent + passbook oversight + CRE audit. Themes: AI x Crypto · Payments · Consumer.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4406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C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9088" y="194767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CARDANO · $27.5K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24231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Payments are Cardano-native: x402 preprod tUSDM, our own seller endpoint, TS-only SDK path — 0.10 tUSDM changed hands.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54406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C2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405079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CHAINLINK CRE · $10K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4088" y="45262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auditor IS a CRE workflow: HTTP fetch + risk logic + EVM write, proven by cre workflow simulate.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17920" y="3886200"/>
            <a:ext cx="54406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C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405079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NOWNODES · €6.5K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19088" y="45262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auditor's RPC data plane reads EVM receipt state through NOWNodes — architectural, not decorative.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02920" y="60350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rules disqualify bolt-ons. Each leg earns its keep — the trust layer can't survive a single missing piece.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RUBRIC FIT · TRUST LAYER SCORES ON ALL FIVE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the rubric, in 30 hours, by humans with a leash of our own.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Functionality 30%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566160" y="1709928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paid journeys ran end-to-end with explorer links; top-up, revoke and auditor flows all execute.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459736"/>
            <a:ext cx="1118311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603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25%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566160" y="2578608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limit enforcement (TIP-1011) · x402 seller + payer · MPP memo-bound charges · CRE orchestration.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328416"/>
            <a:ext cx="1118311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42900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Innovation 20%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66160" y="3447288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trust layer: leash + receipts + independent audit + fiat on-ramp — the lane comparables left empty.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4197096"/>
            <a:ext cx="1118311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297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Usefulness 15%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6160" y="4315968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noodle shop owner in Bangkok is the persona. 1 THB = 1 THCFI funding needs no exchange account.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5065776"/>
            <a:ext cx="1118311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516636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10%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66160" y="5184648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Recording embedded, judgment-proof: every claim is a clickable transaction.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 rot="180000">
            <a:off x="8778240" y="457200"/>
            <a:ext cx="292608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64748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PRE-BUILT ≠ SUBMITTED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21792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Eligibility: submitted code written in-sprint. ThaiFi wallet/CLI used as public tooling (npm), affiliation disclosed in the README.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LEASHED AGENT PLATFORM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1828800"/>
            <a:ext cx="10058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4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trust layer</a:t>
            </a:r>
            <a:endParaRPr lang="en-US" sz="56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4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AI agents.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2920" y="4114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6E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 with PromptPay. Leash on-chain. Audit with Chainlink CRE.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4800600"/>
            <a:ext cx="5029200" cy="0"/>
          </a:xfrm>
          <a:prstGeom prst="line">
            <a:avLst/>
          </a:prstGeom>
          <a:noFill/>
          <a:ln w="19050">
            <a:solidFill>
              <a:srgbClr val="00C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983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live dashboard · audit log — linked in the submission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Leashed — Jirayu (Dome) Charoenyost · TOKEN2049 Origins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 rot="-240000">
            <a:off x="9052560" y="5212080"/>
            <a:ext cx="219456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E548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TIME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Leashed Agent Platform — Trust Layer for AI Agents — TOKEN2049 Origins</dc:title>
  <dc:subject>PptxGenJS Presentation</dc:subject>
  <dc:creator>Leashed Agent Platform</dc:creator>
  <cp:lastModifiedBy>Leashed Agent Platform</cp:lastModifiedBy>
  <cp:revision>1</cp:revision>
  <dcterms:created xsi:type="dcterms:W3CDTF">2026-10-06T09:31:27Z</dcterms:created>
  <dcterms:modified xsi:type="dcterms:W3CDTF">2026-10-06T09:31:27Z</dcterms:modified>
</cp:coreProperties>
</file>